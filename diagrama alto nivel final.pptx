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BE4076-26DE-BE2A-9DAA-5EA40D392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C4F02F-DFEF-3FAA-BC5A-D3DBF7F874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E8EA1E-7537-CB20-226F-F1BD9A21A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3BDE-86E6-4E77-9058-D80FE5F0A05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971633-F119-5F0B-8BFD-E0691E966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34818E-571D-0D05-886A-889C66802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8C037-7494-449E-B87C-7A6998A126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94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ADBFB3-6373-6789-1E54-BCE54848A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BBE23E-CDB7-2A9D-9C9F-7E899A63B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2885BE-F5F5-799D-8077-6B4EAE25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3BDE-86E6-4E77-9058-D80FE5F0A05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F54FCE-CA5F-153D-9133-6DA667C60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94CCC5-43B1-7C16-2F7A-57496FE18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8C037-7494-449E-B87C-7A6998A126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277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3483B3-484F-48F2-A38C-F23BFC89E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D8EAC9-5A7C-F3D3-58BF-9FA387184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301BF3-8B43-E30E-404A-60FB02AEB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3BDE-86E6-4E77-9058-D80FE5F0A05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148F35-7F97-5EFC-E50C-D5BB74F00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1C3454-D550-0329-6848-730CCD961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8C037-7494-449E-B87C-7A6998A126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95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D96ED6-21F0-433A-49FB-CA0F4A76C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EE14A2-273B-4C44-01F3-D8E44517BE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ED7036C-6DE1-7435-B2A4-3E03F3B91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0485DF-E2BA-8449-DA27-BE660E6B3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3BDE-86E6-4E77-9058-D80FE5F0A05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D208A8D-BB79-2C24-4A31-96599A236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4E02045-8604-0F98-BF53-1682D7401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8C037-7494-449E-B87C-7A6998A126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42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46C4E-7182-0E66-5CE9-E6BF059CD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C3BEC3-2F0C-E2A5-35CC-4B94079F6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57CA8A-0D9D-5574-6FF9-06438E8EB9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CBC17A0-5819-45CE-2558-CB3376981C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D2285B3-0E1E-411D-C12D-F06CE42DB3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6807380-FBBE-19CF-65B5-1AFA5D9BC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3BDE-86E6-4E77-9058-D80FE5F0A05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F68B866-8047-1889-2508-32FA20C05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D82B497-87B4-766D-847A-7F4A3BB80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8C037-7494-449E-B87C-7A6998A126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871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569448-D628-7238-7E4D-44DEB004B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3F4C76B-48B2-2A61-7F97-D3A4E0893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3BDE-86E6-4E77-9058-D80FE5F0A05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DCC3965-6027-4305-027C-997054D4C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94D4177-82B0-9328-C8CA-90BC78B1E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8C037-7494-449E-B87C-7A6998A126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811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E5B2B77-642E-5819-8A57-9C4E9D11E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3BDE-86E6-4E77-9058-D80FE5F0A05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BECFFA5-7551-9149-F78F-90AD486F9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5B14D4-8D07-7E01-B061-FA520F4FF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8C037-7494-449E-B87C-7A6998A126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072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842228-9F2E-C7E7-1E6D-9C54E7679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96C6E1-CCDE-E1DE-4733-34796D720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E24884A-416F-F625-479D-3E61C89B5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CFB994-BB85-DBA3-45BD-1CF721FE9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3BDE-86E6-4E77-9058-D80FE5F0A05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E98120-B988-90D8-5CB3-0AA43D74E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618981-B086-78E7-B65F-0F18DDAA7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8C037-7494-449E-B87C-7A6998A126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430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9D0B91-4904-4686-4EF3-1872E5F19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31F6545-2876-0BEF-597E-651FF97795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F6D767A-7464-5680-3F43-B51CE1B1A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B27EFEB-F784-F96D-8D9F-BE5B9BF00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3BDE-86E6-4E77-9058-D80FE5F0A05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97DB039-562C-1A40-CD7A-347F7D84F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543FA53-B545-46F0-72FE-40DEA431C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8C037-7494-449E-B87C-7A6998A126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805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B90E24-897E-179E-7869-BA9DF8A6B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775F55F-B6FA-43A8-042A-4B63A60CF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3FD8CD-C36D-D255-19D9-1E0DCC51C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3BDE-86E6-4E77-9058-D80FE5F0A05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63D369-1ABC-ED9D-E533-0D8564C63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7571CB-2535-A1DD-2195-BAF94112A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8C037-7494-449E-B87C-7A6998A126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270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3BB7A5C-58A7-2E40-265F-2ABA76B1C6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C1A0013-57DE-3BC0-F9C1-3EF28F1329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D63A10-EC9D-6058-5EE1-30C95F693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3BDE-86E6-4E77-9058-D80FE5F0A05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6A52EF-A13A-FE5E-446A-16B1C743F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D04416-9E66-753F-4AED-7245BB670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8C037-7494-449E-B87C-7A6998A126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11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631661B-4801-A480-6AE6-D817A7409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C726688-7AFC-0CCD-191F-C97813634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7789EF-02CA-0D8F-B89F-A4F4740384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623BDE-86E6-4E77-9058-D80FE5F0A05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A76474-ABB2-19D4-99BA-778B4523FF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C06374-FEFA-1F04-A474-28044B360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68C037-7494-449E-B87C-7A6998A126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32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 descr="Diagrama&#10;&#10;El contenido generado por IA puede ser incorrecto.">
            <a:extLst>
              <a:ext uri="{FF2B5EF4-FFF2-40B4-BE49-F238E27FC236}">
                <a16:creationId xmlns:a16="http://schemas.microsoft.com/office/drawing/2014/main" id="{3A77E553-14F8-CAFB-FFF8-1D5C6ECF4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492" y="119338"/>
            <a:ext cx="7871451" cy="6735570"/>
          </a:xfrm>
          <a:prstGeom prst="rect">
            <a:avLst/>
          </a:prstGeom>
        </p:spPr>
      </p:pic>
      <p:pic>
        <p:nvPicPr>
          <p:cNvPr id="7" name="Imagen 6" descr="Forma&#10;&#10;El contenido generado por IA puede ser incorrecto.">
            <a:extLst>
              <a:ext uri="{FF2B5EF4-FFF2-40B4-BE49-F238E27FC236}">
                <a16:creationId xmlns:a16="http://schemas.microsoft.com/office/drawing/2014/main" id="{9C6ADC20-7382-711A-17BA-34C13D47DD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256" y="5640704"/>
            <a:ext cx="281094" cy="15811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05CCE35-7407-701E-94DD-73ABAE17B8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4505" y="5655791"/>
            <a:ext cx="321695" cy="321695"/>
          </a:xfrm>
          <a:prstGeom prst="rect">
            <a:avLst/>
          </a:prstGeom>
        </p:spPr>
      </p:pic>
      <p:pic>
        <p:nvPicPr>
          <p:cNvPr id="13" name="Imagen 12" descr="Icono&#10;&#10;El contenido generado por IA puede ser incorrecto.">
            <a:extLst>
              <a:ext uri="{FF2B5EF4-FFF2-40B4-BE49-F238E27FC236}">
                <a16:creationId xmlns:a16="http://schemas.microsoft.com/office/drawing/2014/main" id="{3F40FEDE-BE12-B92D-F6E2-04C14D73B6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779"/>
          <a:stretch>
            <a:fillRect/>
          </a:stretch>
        </p:blipFill>
        <p:spPr>
          <a:xfrm>
            <a:off x="5759779" y="6073578"/>
            <a:ext cx="406438" cy="314425"/>
          </a:xfrm>
          <a:prstGeom prst="rect">
            <a:avLst/>
          </a:prstGeom>
        </p:spPr>
      </p:pic>
      <p:pic>
        <p:nvPicPr>
          <p:cNvPr id="17" name="Imagen 16" descr="Icono&#10;&#10;El contenido generado por IA puede ser incorrecto.">
            <a:extLst>
              <a:ext uri="{FF2B5EF4-FFF2-40B4-BE49-F238E27FC236}">
                <a16:creationId xmlns:a16="http://schemas.microsoft.com/office/drawing/2014/main" id="{7513B241-D1EB-C48A-75D0-92A8673996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1787" y="1650999"/>
            <a:ext cx="387879" cy="38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3849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Hidalgo</dc:creator>
  <cp:lastModifiedBy>Sebastian Hidalgo</cp:lastModifiedBy>
  <cp:revision>1</cp:revision>
  <dcterms:created xsi:type="dcterms:W3CDTF">2025-11-18T17:43:09Z</dcterms:created>
  <dcterms:modified xsi:type="dcterms:W3CDTF">2025-11-18T17:51:23Z</dcterms:modified>
</cp:coreProperties>
</file>